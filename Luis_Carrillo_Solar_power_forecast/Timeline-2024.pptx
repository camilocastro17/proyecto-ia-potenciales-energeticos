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FA08-D717-451B-9862-0D4552F9C1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51B72-C04C-4B17-8C5B-9B3F0258F12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5190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A1A18-78D6-40E4-A5E1-6E3F3828A519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89716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A4750-3648-752C-EC0C-FBC85B222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002D2D-1F9D-569F-4FEE-C218AD030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4A02A8-4ED8-3EDE-196F-55AE5696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A86170-D7E6-C3AC-F823-7FE416F5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B85942-1B70-DBE5-3302-8EF2BAA2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9551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85EB0-A318-6702-090E-03F966048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0DBD0C-7D4D-A3AB-F808-6847F0E8B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22F1DB-8ACE-FF35-58B9-5184CB4A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64BD5B-147D-82F2-7836-083A950C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D12A76-6F9D-CF45-F4B9-35E0DEFA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3333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FE11B-8368-E2A8-1C81-E487FCB4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EC7D1D-DC46-1B3C-60DE-CD301323B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67B037-FD12-A664-1041-F36FCB7E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EB5BB-AFCE-D8DE-5D75-CC0C1D6A7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6AD040-37DD-52BD-9950-055308D2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6424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1202A-3D95-F837-61EB-C0FE6610F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4BB6B-9AB0-1D69-3E86-6667B0A36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F8AAC7-42D9-08FC-B6A2-A7EC60E2A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A4DECB-21C1-823F-9B4D-8079B2EE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579DDC-CB14-D4EE-49B4-7B47E5C0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873A01-6E24-0479-3F1D-C28329E8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3733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E8215-B713-674D-0653-6618B3003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BC8BD-52CD-ADEA-6C37-915C05C5B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2AC5D6-E885-92D6-193B-C0D6B3AC2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6383C9-7A1B-D0DE-9EDA-25AD05CC7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C88F30-1E72-E522-5438-B509E37C8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6DA7EC-2E03-35C0-C7BA-AB49D623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CBDCD4-A6E3-ACDC-D99A-D603087C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CE089A-CD9B-AB0B-D3C9-32EFDB53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8978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16067-6960-44F0-A6AD-59C624BE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E56AD7-C8D2-B8DF-A4DB-49E743CA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B31858-612E-4BFA-AAFE-4E4CE415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D6F275-9160-5796-DDE7-0EC088FE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0313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8935A9-A24B-AB61-CD89-543B3662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C9FBA3-833D-5B57-3C95-746484D9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97AAA3-926D-32D4-A841-A0AAD854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5991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41D23-06EE-44B0-ADDF-AF3F7724C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D5F19C-C5DD-3776-7FF7-FEFE60ACE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9327DF-6DB3-48E0-523B-1B8515EBF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75D099-8BBC-6F8D-88CF-F5771FEA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B7197B-3B21-4E3A-84B8-A58392F0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97590B-D84D-1B8E-4717-21F8CC6F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92253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09559-9900-A7EB-05F1-23037941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B8B31D-5A7D-CAC2-D305-D60500E2B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64F239-AB2F-CBFC-8A45-68657F472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1BE0C0-37F5-AFC2-59B9-39073B21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4E9B7B-19C1-329F-3528-591A566F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E62BA1-6016-D863-19CB-A02AF0F4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4916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595FA-14E5-1D4F-1D26-237E8C9B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09EE88-C7D2-1729-4302-7066C12B5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E897D8-C7A0-8776-955E-4EBBBAA9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3878A5-5918-967E-FF35-8ACC50BF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BAEBAB-6CD4-0F60-4C87-D272EF09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72943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E1B7C4-1422-3ED2-5468-B6B062999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5B7569-C1EB-4694-1904-76E005777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04ED74-5FF4-C48D-C362-7576050B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87606D-2B19-CFBF-6847-C4959F63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2FE9BF-F3BD-6A98-722F-B9363184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979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F7E959-BB24-972D-378D-F481EB59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57D30B-C8BD-6DA0-63C5-07FE9C0A9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8C2CF6-545D-676F-2B46-A308CF8FD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1D58-238B-40DD-BAD6-BCD168D84F2C}" type="datetimeFigureOut">
              <a:rPr lang="es-419" smtClean="0"/>
              <a:t>19/9/2024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93227-6934-2BB0-699B-7D6AA6DB0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1D4035-C0AC-8F31-E8F8-506409FD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B9F42-FFEF-4111-BAD1-630F53E81692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4363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9" name="Conector recto 9218">
            <a:extLst>
              <a:ext uri="{FF2B5EF4-FFF2-40B4-BE49-F238E27FC236}">
                <a16:creationId xmlns:a16="http://schemas.microsoft.com/office/drawing/2014/main" id="{E7FD77A2-9B49-9E5D-57AE-0CF870D40BC9}"/>
              </a:ext>
            </a:extLst>
          </p:cNvPr>
          <p:cNvCxnSpPr>
            <a:cxnSpLocks/>
          </p:cNvCxnSpPr>
          <p:nvPr/>
        </p:nvCxnSpPr>
        <p:spPr>
          <a:xfrm>
            <a:off x="9249324" y="3420532"/>
            <a:ext cx="244256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A83E93E-89A1-E6C7-32CA-2FBF9FA44405}"/>
              </a:ext>
            </a:extLst>
          </p:cNvPr>
          <p:cNvCxnSpPr>
            <a:cxnSpLocks/>
          </p:cNvCxnSpPr>
          <p:nvPr/>
        </p:nvCxnSpPr>
        <p:spPr>
          <a:xfrm flipV="1">
            <a:off x="5928060" y="3415228"/>
            <a:ext cx="1670485" cy="13772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3B62AEDB-7D7D-D2F7-DE77-DD259094811F}"/>
              </a:ext>
            </a:extLst>
          </p:cNvPr>
          <p:cNvCxnSpPr>
            <a:cxnSpLocks/>
          </p:cNvCxnSpPr>
          <p:nvPr/>
        </p:nvCxnSpPr>
        <p:spPr>
          <a:xfrm>
            <a:off x="4260886" y="3430767"/>
            <a:ext cx="1701108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73248E4-278F-F84B-E017-0BF44875A3A2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69348" y="3441412"/>
            <a:ext cx="1820303" cy="887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7C92C6D-832F-F487-77C6-7F823AC4673E}"/>
              </a:ext>
            </a:extLst>
          </p:cNvPr>
          <p:cNvCxnSpPr>
            <a:cxnSpLocks/>
          </p:cNvCxnSpPr>
          <p:nvPr/>
        </p:nvCxnSpPr>
        <p:spPr>
          <a:xfrm flipV="1">
            <a:off x="2583363" y="3427640"/>
            <a:ext cx="1670485" cy="13772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FF2FDA90-8459-FBA2-56D0-EDA24C9BEE75}"/>
              </a:ext>
            </a:extLst>
          </p:cNvPr>
          <p:cNvSpPr/>
          <p:nvPr/>
        </p:nvSpPr>
        <p:spPr>
          <a:xfrm>
            <a:off x="2389651" y="3294061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51C1E582-B0C3-C774-9E88-E04437B65A69}"/>
              </a:ext>
            </a:extLst>
          </p:cNvPr>
          <p:cNvSpPr/>
          <p:nvPr/>
        </p:nvSpPr>
        <p:spPr>
          <a:xfrm>
            <a:off x="2238167" y="3140513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9" name="Círculo: vacío 8">
            <a:extLst>
              <a:ext uri="{FF2B5EF4-FFF2-40B4-BE49-F238E27FC236}">
                <a16:creationId xmlns:a16="http://schemas.microsoft.com/office/drawing/2014/main" id="{0A902F49-11FC-0FF8-11FB-98847C6A9D63}"/>
              </a:ext>
            </a:extLst>
          </p:cNvPr>
          <p:cNvSpPr/>
          <p:nvPr/>
        </p:nvSpPr>
        <p:spPr>
          <a:xfrm>
            <a:off x="2066490" y="2986966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EAF18EF-D73B-7E9E-B82E-D4C0347B7275}"/>
              </a:ext>
            </a:extLst>
          </p:cNvPr>
          <p:cNvCxnSpPr>
            <a:cxnSpLocks/>
          </p:cNvCxnSpPr>
          <p:nvPr/>
        </p:nvCxnSpPr>
        <p:spPr>
          <a:xfrm flipV="1">
            <a:off x="2481454" y="3889368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9C19CE27-117F-A1F3-D40D-5FFC17E36658}"/>
              </a:ext>
            </a:extLst>
          </p:cNvPr>
          <p:cNvSpPr/>
          <p:nvPr/>
        </p:nvSpPr>
        <p:spPr>
          <a:xfrm>
            <a:off x="4128178" y="3294061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2" name="Círculo: vacío 21">
            <a:extLst>
              <a:ext uri="{FF2B5EF4-FFF2-40B4-BE49-F238E27FC236}">
                <a16:creationId xmlns:a16="http://schemas.microsoft.com/office/drawing/2014/main" id="{0A0564EC-3911-834F-BF0F-6A94FE4C3741}"/>
              </a:ext>
            </a:extLst>
          </p:cNvPr>
          <p:cNvSpPr/>
          <p:nvPr/>
        </p:nvSpPr>
        <p:spPr>
          <a:xfrm>
            <a:off x="3976694" y="3140513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23" name="Círculo: vacío 22">
            <a:extLst>
              <a:ext uri="{FF2B5EF4-FFF2-40B4-BE49-F238E27FC236}">
                <a16:creationId xmlns:a16="http://schemas.microsoft.com/office/drawing/2014/main" id="{62C4921F-8F87-D99E-5EA3-BA05CBC7F825}"/>
              </a:ext>
            </a:extLst>
          </p:cNvPr>
          <p:cNvSpPr/>
          <p:nvPr/>
        </p:nvSpPr>
        <p:spPr>
          <a:xfrm>
            <a:off x="3805017" y="2986966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5" name="Arco de bloque 24">
            <a:extLst>
              <a:ext uri="{FF2B5EF4-FFF2-40B4-BE49-F238E27FC236}">
                <a16:creationId xmlns:a16="http://schemas.microsoft.com/office/drawing/2014/main" id="{512D591B-0607-B49C-9ED7-5B3FF5B72872}"/>
              </a:ext>
            </a:extLst>
          </p:cNvPr>
          <p:cNvSpPr/>
          <p:nvPr/>
        </p:nvSpPr>
        <p:spPr>
          <a:xfrm>
            <a:off x="3617734" y="2832731"/>
            <a:ext cx="1266902" cy="1189819"/>
          </a:xfrm>
          <a:prstGeom prst="blockArc">
            <a:avLst>
              <a:gd name="adj1" fmla="val 10755986"/>
              <a:gd name="adj2" fmla="val 16221958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5C02570-FA5B-5F56-EC76-91ED8ED6488E}"/>
              </a:ext>
            </a:extLst>
          </p:cNvPr>
          <p:cNvCxnSpPr>
            <a:cxnSpLocks/>
          </p:cNvCxnSpPr>
          <p:nvPr/>
        </p:nvCxnSpPr>
        <p:spPr>
          <a:xfrm flipV="1">
            <a:off x="4253848" y="1905353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EED1DB2-9E8D-F703-524C-D4CA01BF8B2D}"/>
              </a:ext>
            </a:extLst>
          </p:cNvPr>
          <p:cNvSpPr/>
          <p:nvPr/>
        </p:nvSpPr>
        <p:spPr>
          <a:xfrm>
            <a:off x="5799486" y="3302939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30" name="Círculo: vacío 29">
            <a:extLst>
              <a:ext uri="{FF2B5EF4-FFF2-40B4-BE49-F238E27FC236}">
                <a16:creationId xmlns:a16="http://schemas.microsoft.com/office/drawing/2014/main" id="{DBBC1A9B-894D-EEA4-4085-D466BCE47191}"/>
              </a:ext>
            </a:extLst>
          </p:cNvPr>
          <p:cNvSpPr/>
          <p:nvPr/>
        </p:nvSpPr>
        <p:spPr>
          <a:xfrm>
            <a:off x="5648002" y="3149391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31" name="Círculo: vacío 30">
            <a:extLst>
              <a:ext uri="{FF2B5EF4-FFF2-40B4-BE49-F238E27FC236}">
                <a16:creationId xmlns:a16="http://schemas.microsoft.com/office/drawing/2014/main" id="{1226C888-D7DD-CCD2-2556-8C994A383940}"/>
              </a:ext>
            </a:extLst>
          </p:cNvPr>
          <p:cNvSpPr/>
          <p:nvPr/>
        </p:nvSpPr>
        <p:spPr>
          <a:xfrm>
            <a:off x="5476325" y="2995844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32" name="Arco de bloque 31">
            <a:extLst>
              <a:ext uri="{FF2B5EF4-FFF2-40B4-BE49-F238E27FC236}">
                <a16:creationId xmlns:a16="http://schemas.microsoft.com/office/drawing/2014/main" id="{A4472B00-1CFA-1E85-A90F-1CD329AB701A}"/>
              </a:ext>
            </a:extLst>
          </p:cNvPr>
          <p:cNvSpPr/>
          <p:nvPr/>
        </p:nvSpPr>
        <p:spPr>
          <a:xfrm>
            <a:off x="5275287" y="2852626"/>
            <a:ext cx="1273315" cy="1222870"/>
          </a:xfrm>
          <a:prstGeom prst="blockArc">
            <a:avLst>
              <a:gd name="adj1" fmla="val 5212299"/>
              <a:gd name="adj2" fmla="val 10906162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39003C50-125C-C4F7-7665-81F56430BC87}"/>
              </a:ext>
            </a:extLst>
          </p:cNvPr>
          <p:cNvCxnSpPr>
            <a:cxnSpLocks/>
          </p:cNvCxnSpPr>
          <p:nvPr/>
        </p:nvCxnSpPr>
        <p:spPr>
          <a:xfrm flipV="1">
            <a:off x="5961994" y="3895099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o de bloque 35">
            <a:extLst>
              <a:ext uri="{FF2B5EF4-FFF2-40B4-BE49-F238E27FC236}">
                <a16:creationId xmlns:a16="http://schemas.microsoft.com/office/drawing/2014/main" id="{D6596C8A-0DF2-D226-D15D-B800B3CD189B}"/>
              </a:ext>
            </a:extLst>
          </p:cNvPr>
          <p:cNvSpPr/>
          <p:nvPr/>
        </p:nvSpPr>
        <p:spPr>
          <a:xfrm>
            <a:off x="1866340" y="2843748"/>
            <a:ext cx="1273315" cy="1222870"/>
          </a:xfrm>
          <a:prstGeom prst="blockArc">
            <a:avLst>
              <a:gd name="adj1" fmla="val 5645880"/>
              <a:gd name="adj2" fmla="val 10906162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866F8A2E-C2E6-E033-20F1-69345C07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97" y="130296"/>
            <a:ext cx="2702611" cy="925585"/>
          </a:xfrm>
        </p:spPr>
        <p:txBody>
          <a:bodyPr/>
          <a:lstStyle/>
          <a:p>
            <a:r>
              <a:rPr lang="es-ES" dirty="0"/>
              <a:t>Timeline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46169F24-EB17-D7BA-B936-A1F5EEDD30BE}"/>
              </a:ext>
            </a:extLst>
          </p:cNvPr>
          <p:cNvSpPr/>
          <p:nvPr/>
        </p:nvSpPr>
        <p:spPr>
          <a:xfrm>
            <a:off x="2399321" y="4907940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AC82A53-9258-4F69-1621-C445D55DE7DA}"/>
              </a:ext>
            </a:extLst>
          </p:cNvPr>
          <p:cNvSpPr/>
          <p:nvPr/>
        </p:nvSpPr>
        <p:spPr>
          <a:xfrm>
            <a:off x="4182732" y="1819029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46A720C-A0BB-9B93-7659-07C1108D4DEC}"/>
              </a:ext>
            </a:extLst>
          </p:cNvPr>
          <p:cNvSpPr/>
          <p:nvPr/>
        </p:nvSpPr>
        <p:spPr>
          <a:xfrm>
            <a:off x="5884331" y="4889464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5FAC79B-7E32-B085-79CA-DCB58E088F42}"/>
              </a:ext>
            </a:extLst>
          </p:cNvPr>
          <p:cNvCxnSpPr>
            <a:cxnSpLocks/>
          </p:cNvCxnSpPr>
          <p:nvPr/>
        </p:nvCxnSpPr>
        <p:spPr>
          <a:xfrm>
            <a:off x="7548216" y="3409477"/>
            <a:ext cx="1701108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022D1313-13D4-8809-5166-E36766E99AC4}"/>
              </a:ext>
            </a:extLst>
          </p:cNvPr>
          <p:cNvSpPr/>
          <p:nvPr/>
        </p:nvSpPr>
        <p:spPr>
          <a:xfrm>
            <a:off x="9086816" y="3281649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Círculo: vacío 12">
            <a:extLst>
              <a:ext uri="{FF2B5EF4-FFF2-40B4-BE49-F238E27FC236}">
                <a16:creationId xmlns:a16="http://schemas.microsoft.com/office/drawing/2014/main" id="{8C043F6B-9CAA-0776-C2C3-F74D05D68125}"/>
              </a:ext>
            </a:extLst>
          </p:cNvPr>
          <p:cNvSpPr/>
          <p:nvPr/>
        </p:nvSpPr>
        <p:spPr>
          <a:xfrm>
            <a:off x="8935332" y="3128101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14" name="Círculo: vacío 13">
            <a:extLst>
              <a:ext uri="{FF2B5EF4-FFF2-40B4-BE49-F238E27FC236}">
                <a16:creationId xmlns:a16="http://schemas.microsoft.com/office/drawing/2014/main" id="{11C291D0-FFED-2969-9D34-0D7C9CDDCD5A}"/>
              </a:ext>
            </a:extLst>
          </p:cNvPr>
          <p:cNvSpPr/>
          <p:nvPr/>
        </p:nvSpPr>
        <p:spPr>
          <a:xfrm>
            <a:off x="8763655" y="2974554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15" name="Arco de bloque 14">
            <a:extLst>
              <a:ext uri="{FF2B5EF4-FFF2-40B4-BE49-F238E27FC236}">
                <a16:creationId xmlns:a16="http://schemas.microsoft.com/office/drawing/2014/main" id="{F30FE3DF-B2F6-138C-422E-D230E50451EC}"/>
              </a:ext>
            </a:extLst>
          </p:cNvPr>
          <p:cNvSpPr/>
          <p:nvPr/>
        </p:nvSpPr>
        <p:spPr>
          <a:xfrm>
            <a:off x="8562617" y="2831336"/>
            <a:ext cx="1273315" cy="1222870"/>
          </a:xfrm>
          <a:prstGeom prst="blockArc">
            <a:avLst>
              <a:gd name="adj1" fmla="val 5212299"/>
              <a:gd name="adj2" fmla="val 10906162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CCB1EC2-ABFB-9D0E-5B15-1181AF71C807}"/>
              </a:ext>
            </a:extLst>
          </p:cNvPr>
          <p:cNvCxnSpPr>
            <a:cxnSpLocks/>
          </p:cNvCxnSpPr>
          <p:nvPr/>
        </p:nvCxnSpPr>
        <p:spPr>
          <a:xfrm flipV="1">
            <a:off x="9249324" y="3873809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CF871046-740F-121D-9E37-2F51B4E3E0DE}"/>
              </a:ext>
            </a:extLst>
          </p:cNvPr>
          <p:cNvSpPr/>
          <p:nvPr/>
        </p:nvSpPr>
        <p:spPr>
          <a:xfrm>
            <a:off x="9171661" y="4868174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FB7B115-F30A-4C01-107B-29A6B4655A65}"/>
              </a:ext>
            </a:extLst>
          </p:cNvPr>
          <p:cNvSpPr/>
          <p:nvPr/>
        </p:nvSpPr>
        <p:spPr>
          <a:xfrm>
            <a:off x="7472875" y="3281649"/>
            <a:ext cx="297454" cy="29470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0" name="Círculo: vacío 19">
            <a:extLst>
              <a:ext uri="{FF2B5EF4-FFF2-40B4-BE49-F238E27FC236}">
                <a16:creationId xmlns:a16="http://schemas.microsoft.com/office/drawing/2014/main" id="{FA744CB6-1405-4FD1-1FFF-9A71B6097829}"/>
              </a:ext>
            </a:extLst>
          </p:cNvPr>
          <p:cNvSpPr/>
          <p:nvPr/>
        </p:nvSpPr>
        <p:spPr>
          <a:xfrm>
            <a:off x="7321391" y="3128101"/>
            <a:ext cx="600420" cy="601793"/>
          </a:xfrm>
          <a:prstGeom prst="donut">
            <a:avLst>
              <a:gd name="adj" fmla="val 52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24" name="Círculo: vacío 23">
            <a:extLst>
              <a:ext uri="{FF2B5EF4-FFF2-40B4-BE49-F238E27FC236}">
                <a16:creationId xmlns:a16="http://schemas.microsoft.com/office/drawing/2014/main" id="{249903E2-1C3E-04E5-851C-F260240BB57F}"/>
              </a:ext>
            </a:extLst>
          </p:cNvPr>
          <p:cNvSpPr/>
          <p:nvPr/>
        </p:nvSpPr>
        <p:spPr>
          <a:xfrm>
            <a:off x="7149714" y="2974554"/>
            <a:ext cx="914400" cy="902402"/>
          </a:xfrm>
          <a:prstGeom prst="donut">
            <a:avLst>
              <a:gd name="adj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28" name="Arco de bloque 27">
            <a:extLst>
              <a:ext uri="{FF2B5EF4-FFF2-40B4-BE49-F238E27FC236}">
                <a16:creationId xmlns:a16="http://schemas.microsoft.com/office/drawing/2014/main" id="{8BCA8412-165A-62A3-0968-5A747A77706F}"/>
              </a:ext>
            </a:extLst>
          </p:cNvPr>
          <p:cNvSpPr/>
          <p:nvPr/>
        </p:nvSpPr>
        <p:spPr>
          <a:xfrm>
            <a:off x="6962431" y="2820319"/>
            <a:ext cx="1266902" cy="1189819"/>
          </a:xfrm>
          <a:prstGeom prst="blockArc">
            <a:avLst>
              <a:gd name="adj1" fmla="val 10755986"/>
              <a:gd name="adj2" fmla="val 16221958"/>
              <a:gd name="adj3" fmla="val 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cxnSp>
        <p:nvCxnSpPr>
          <p:cNvPr id="9216" name="Conector recto 9215">
            <a:extLst>
              <a:ext uri="{FF2B5EF4-FFF2-40B4-BE49-F238E27FC236}">
                <a16:creationId xmlns:a16="http://schemas.microsoft.com/office/drawing/2014/main" id="{6D41E423-9B78-430F-D2EB-E35777AAF9B8}"/>
              </a:ext>
            </a:extLst>
          </p:cNvPr>
          <p:cNvCxnSpPr>
            <a:cxnSpLocks/>
          </p:cNvCxnSpPr>
          <p:nvPr/>
        </p:nvCxnSpPr>
        <p:spPr>
          <a:xfrm flipV="1">
            <a:off x="7598545" y="1892941"/>
            <a:ext cx="0" cy="10705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7" name="Elipse 9216">
            <a:extLst>
              <a:ext uri="{FF2B5EF4-FFF2-40B4-BE49-F238E27FC236}">
                <a16:creationId xmlns:a16="http://schemas.microsoft.com/office/drawing/2014/main" id="{5BF5DEBE-EABD-658F-1F1E-CB8BA1C4DB48}"/>
              </a:ext>
            </a:extLst>
          </p:cNvPr>
          <p:cNvSpPr/>
          <p:nvPr/>
        </p:nvSpPr>
        <p:spPr>
          <a:xfrm>
            <a:off x="7527429" y="1806617"/>
            <a:ext cx="164265" cy="1524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224" name="CuadroTexto 9223">
            <a:extLst>
              <a:ext uri="{FF2B5EF4-FFF2-40B4-BE49-F238E27FC236}">
                <a16:creationId xmlns:a16="http://schemas.microsoft.com/office/drawing/2014/main" id="{C5FFECEC-1FBF-C4AD-B37D-E0AF8A79F677}"/>
              </a:ext>
            </a:extLst>
          </p:cNvPr>
          <p:cNvSpPr txBox="1"/>
          <p:nvPr/>
        </p:nvSpPr>
        <p:spPr>
          <a:xfrm>
            <a:off x="1553903" y="5053890"/>
            <a:ext cx="2414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 err="1"/>
              <a:t>Created</a:t>
            </a:r>
            <a:r>
              <a:rPr lang="es-419" sz="1200" dirty="0"/>
              <a:t> </a:t>
            </a:r>
            <a:r>
              <a:rPr lang="es-419" sz="1200" dirty="0" err="1"/>
              <a:t>PvMicroservice</a:t>
            </a:r>
            <a:endParaRPr lang="es-419" sz="1200" dirty="0"/>
          </a:p>
          <a:p>
            <a:r>
              <a:rPr lang="es-419" sz="1200" dirty="0"/>
              <a:t>- </a:t>
            </a:r>
            <a:r>
              <a:rPr lang="es-419" sz="1200" dirty="0" err="1"/>
              <a:t>Ingest</a:t>
            </a:r>
            <a:r>
              <a:rPr lang="es-419" sz="1200" dirty="0"/>
              <a:t> Data </a:t>
            </a:r>
            <a:r>
              <a:rPr lang="es-419" sz="1200" dirty="0" err="1"/>
              <a:t>from</a:t>
            </a:r>
            <a:r>
              <a:rPr lang="es-419" sz="1200" dirty="0"/>
              <a:t> </a:t>
            </a:r>
            <a:r>
              <a:rPr lang="es-419" sz="1200" dirty="0" err="1"/>
              <a:t>Solcast</a:t>
            </a:r>
            <a:endParaRPr lang="es-419" sz="1200" dirty="0"/>
          </a:p>
          <a:p>
            <a:r>
              <a:rPr lang="es-419" sz="1200" dirty="0"/>
              <a:t>- </a:t>
            </a:r>
            <a:r>
              <a:rPr lang="es-419" sz="1200" dirty="0" err="1"/>
              <a:t>Ingest</a:t>
            </a:r>
            <a:r>
              <a:rPr lang="es-419" sz="1200" dirty="0"/>
              <a:t> Data </a:t>
            </a:r>
            <a:r>
              <a:rPr lang="es-419" sz="1200" dirty="0" err="1"/>
              <a:t>from</a:t>
            </a:r>
            <a:r>
              <a:rPr lang="es-419" sz="1200" dirty="0"/>
              <a:t> </a:t>
            </a:r>
            <a:r>
              <a:rPr lang="es-419" sz="1200" dirty="0" err="1"/>
              <a:t>OpenWeather</a:t>
            </a:r>
            <a:endParaRPr lang="es-419" sz="1200" dirty="0"/>
          </a:p>
          <a:p>
            <a:r>
              <a:rPr lang="es-419" sz="1200" dirty="0"/>
              <a:t>- </a:t>
            </a:r>
            <a:r>
              <a:rPr lang="es-419" sz="1200" dirty="0" err="1"/>
              <a:t>Ingest</a:t>
            </a:r>
            <a:r>
              <a:rPr lang="es-419" sz="1200" dirty="0"/>
              <a:t> Data </a:t>
            </a:r>
            <a:r>
              <a:rPr lang="es-419" sz="1200" dirty="0" err="1"/>
              <a:t>from</a:t>
            </a:r>
            <a:r>
              <a:rPr lang="es-419" sz="1200" dirty="0"/>
              <a:t> </a:t>
            </a:r>
            <a:r>
              <a:rPr lang="es-419" sz="1200" dirty="0" err="1"/>
              <a:t>PvOutput</a:t>
            </a:r>
            <a:endParaRPr lang="es-419" sz="1200" dirty="0"/>
          </a:p>
        </p:txBody>
      </p:sp>
      <p:sp>
        <p:nvSpPr>
          <p:cNvPr id="9225" name="CuadroTexto 9224">
            <a:extLst>
              <a:ext uri="{FF2B5EF4-FFF2-40B4-BE49-F238E27FC236}">
                <a16:creationId xmlns:a16="http://schemas.microsoft.com/office/drawing/2014/main" id="{65802462-0751-C0A5-2856-FEDA77705AFB}"/>
              </a:ext>
            </a:extLst>
          </p:cNvPr>
          <p:cNvSpPr txBox="1"/>
          <p:nvPr/>
        </p:nvSpPr>
        <p:spPr>
          <a:xfrm>
            <a:off x="3998811" y="3900948"/>
            <a:ext cx="842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/>
              <a:t>Oct 3</a:t>
            </a:r>
          </a:p>
        </p:txBody>
      </p:sp>
      <p:sp>
        <p:nvSpPr>
          <p:cNvPr id="9226" name="CuadroTexto 9225">
            <a:extLst>
              <a:ext uri="{FF2B5EF4-FFF2-40B4-BE49-F238E27FC236}">
                <a16:creationId xmlns:a16="http://schemas.microsoft.com/office/drawing/2014/main" id="{4632D572-DA27-27AE-CB2F-3040D036AFF9}"/>
              </a:ext>
            </a:extLst>
          </p:cNvPr>
          <p:cNvSpPr txBox="1"/>
          <p:nvPr/>
        </p:nvSpPr>
        <p:spPr>
          <a:xfrm>
            <a:off x="2265964" y="2678052"/>
            <a:ext cx="842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 err="1"/>
              <a:t>Sep</a:t>
            </a:r>
            <a:r>
              <a:rPr lang="es-419" sz="1200" dirty="0"/>
              <a:t> 22</a:t>
            </a:r>
          </a:p>
        </p:txBody>
      </p:sp>
      <p:sp>
        <p:nvSpPr>
          <p:cNvPr id="9227" name="CuadroTexto 9226">
            <a:extLst>
              <a:ext uri="{FF2B5EF4-FFF2-40B4-BE49-F238E27FC236}">
                <a16:creationId xmlns:a16="http://schemas.microsoft.com/office/drawing/2014/main" id="{2655AF44-F082-CA95-42CB-ED40E95EB68B}"/>
              </a:ext>
            </a:extLst>
          </p:cNvPr>
          <p:cNvSpPr txBox="1"/>
          <p:nvPr/>
        </p:nvSpPr>
        <p:spPr>
          <a:xfrm>
            <a:off x="5609098" y="2677748"/>
            <a:ext cx="842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/>
              <a:t>Oct 17</a:t>
            </a:r>
          </a:p>
        </p:txBody>
      </p:sp>
      <p:sp>
        <p:nvSpPr>
          <p:cNvPr id="9228" name="CuadroTexto 9227">
            <a:extLst>
              <a:ext uri="{FF2B5EF4-FFF2-40B4-BE49-F238E27FC236}">
                <a16:creationId xmlns:a16="http://schemas.microsoft.com/office/drawing/2014/main" id="{F7014C62-31D4-AD2E-1F1F-45FA5158791A}"/>
              </a:ext>
            </a:extLst>
          </p:cNvPr>
          <p:cNvSpPr txBox="1"/>
          <p:nvPr/>
        </p:nvSpPr>
        <p:spPr>
          <a:xfrm>
            <a:off x="7349188" y="3938230"/>
            <a:ext cx="842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/>
              <a:t>Oct 31</a:t>
            </a:r>
          </a:p>
        </p:txBody>
      </p:sp>
      <p:sp>
        <p:nvSpPr>
          <p:cNvPr id="9229" name="CuadroTexto 9228">
            <a:extLst>
              <a:ext uri="{FF2B5EF4-FFF2-40B4-BE49-F238E27FC236}">
                <a16:creationId xmlns:a16="http://schemas.microsoft.com/office/drawing/2014/main" id="{93AC2460-EA42-B15D-BB11-18D73C342464}"/>
              </a:ext>
            </a:extLst>
          </p:cNvPr>
          <p:cNvSpPr txBox="1"/>
          <p:nvPr/>
        </p:nvSpPr>
        <p:spPr>
          <a:xfrm>
            <a:off x="8914712" y="2705850"/>
            <a:ext cx="8422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/>
              <a:t>Nov 14</a:t>
            </a:r>
          </a:p>
        </p:txBody>
      </p:sp>
      <p:cxnSp>
        <p:nvCxnSpPr>
          <p:cNvPr id="9230" name="Conector recto 9229">
            <a:extLst>
              <a:ext uri="{FF2B5EF4-FFF2-40B4-BE49-F238E27FC236}">
                <a16:creationId xmlns:a16="http://schemas.microsoft.com/office/drawing/2014/main" id="{0DC4B4E4-D322-DC11-4E9E-A13D3922EB37}"/>
              </a:ext>
            </a:extLst>
          </p:cNvPr>
          <p:cNvCxnSpPr>
            <a:cxnSpLocks/>
          </p:cNvCxnSpPr>
          <p:nvPr/>
        </p:nvCxnSpPr>
        <p:spPr>
          <a:xfrm flipV="1">
            <a:off x="10916720" y="1201492"/>
            <a:ext cx="0" cy="44447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2" name="CuadroTexto 9231">
            <a:extLst>
              <a:ext uri="{FF2B5EF4-FFF2-40B4-BE49-F238E27FC236}">
                <a16:creationId xmlns:a16="http://schemas.microsoft.com/office/drawing/2014/main" id="{37CAA72D-959D-42DC-47C7-7B2CFAD3FBB9}"/>
              </a:ext>
            </a:extLst>
          </p:cNvPr>
          <p:cNvSpPr txBox="1"/>
          <p:nvPr/>
        </p:nvSpPr>
        <p:spPr>
          <a:xfrm>
            <a:off x="10227925" y="924493"/>
            <a:ext cx="1377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 err="1"/>
              <a:t>Deadline</a:t>
            </a:r>
            <a:r>
              <a:rPr lang="es-419" sz="1200" dirty="0"/>
              <a:t> - Nov 25</a:t>
            </a:r>
          </a:p>
        </p:txBody>
      </p:sp>
      <p:sp>
        <p:nvSpPr>
          <p:cNvPr id="9233" name="CuadroTexto 9232">
            <a:extLst>
              <a:ext uri="{FF2B5EF4-FFF2-40B4-BE49-F238E27FC236}">
                <a16:creationId xmlns:a16="http://schemas.microsoft.com/office/drawing/2014/main" id="{F86C7423-A604-51BD-62D3-A944FD644C44}"/>
              </a:ext>
            </a:extLst>
          </p:cNvPr>
          <p:cNvSpPr txBox="1"/>
          <p:nvPr/>
        </p:nvSpPr>
        <p:spPr>
          <a:xfrm>
            <a:off x="3051309" y="1056379"/>
            <a:ext cx="297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 err="1"/>
              <a:t>Created</a:t>
            </a:r>
            <a:r>
              <a:rPr lang="es-419" sz="1200" dirty="0"/>
              <a:t> </a:t>
            </a:r>
            <a:r>
              <a:rPr lang="es-419" sz="1200" dirty="0" err="1"/>
              <a:t>PvDataProcessor</a:t>
            </a:r>
            <a:endParaRPr lang="es-419" sz="1200" dirty="0"/>
          </a:p>
          <a:p>
            <a:pPr marL="171450" indent="-171450">
              <a:buFontTx/>
              <a:buChar char="-"/>
            </a:pPr>
            <a:r>
              <a:rPr lang="es-419" sz="1200" dirty="0"/>
              <a:t>API </a:t>
            </a:r>
            <a:r>
              <a:rPr lang="es-419" sz="1200" dirty="0" err="1"/>
              <a:t>to</a:t>
            </a:r>
            <a:r>
              <a:rPr lang="es-419" sz="1200" dirty="0"/>
              <a:t> </a:t>
            </a:r>
            <a:r>
              <a:rPr lang="es-419" sz="1200" dirty="0" err="1"/>
              <a:t>list</a:t>
            </a:r>
            <a:r>
              <a:rPr lang="es-419" sz="1200" dirty="0"/>
              <a:t> </a:t>
            </a:r>
            <a:r>
              <a:rPr lang="es-419" sz="1200" dirty="0" err="1"/>
              <a:t>projects</a:t>
            </a:r>
            <a:endParaRPr lang="es-419" sz="1200" dirty="0"/>
          </a:p>
          <a:p>
            <a:pPr marL="171450" indent="-171450">
              <a:buFontTx/>
              <a:buChar char="-"/>
            </a:pPr>
            <a:r>
              <a:rPr lang="es-419" sz="1200" dirty="0"/>
              <a:t>API </a:t>
            </a:r>
            <a:r>
              <a:rPr lang="es-419" sz="1200" dirty="0" err="1"/>
              <a:t>to</a:t>
            </a:r>
            <a:r>
              <a:rPr lang="es-419" sz="1200" dirty="0"/>
              <a:t> </a:t>
            </a:r>
            <a:r>
              <a:rPr lang="es-419" sz="1200" dirty="0" err="1"/>
              <a:t>create</a:t>
            </a:r>
            <a:r>
              <a:rPr lang="es-419" sz="1200" dirty="0"/>
              <a:t> new Project</a:t>
            </a:r>
          </a:p>
          <a:p>
            <a:pPr marL="171450" indent="-171450">
              <a:buFontTx/>
              <a:buChar char="-"/>
            </a:pPr>
            <a:r>
              <a:rPr lang="es-419" sz="1200" dirty="0" err="1"/>
              <a:t>Integration</a:t>
            </a:r>
            <a:r>
              <a:rPr lang="es-419" sz="1200" dirty="0"/>
              <a:t> </a:t>
            </a:r>
            <a:r>
              <a:rPr lang="es-419" sz="1200" dirty="0" err="1"/>
              <a:t>with</a:t>
            </a:r>
            <a:r>
              <a:rPr lang="es-419" sz="1200" dirty="0"/>
              <a:t> </a:t>
            </a:r>
            <a:r>
              <a:rPr lang="es-419" sz="1200" dirty="0" err="1"/>
              <a:t>GoogleMaps</a:t>
            </a:r>
            <a:endParaRPr lang="es-419" sz="1200" dirty="0"/>
          </a:p>
        </p:txBody>
      </p:sp>
      <p:sp>
        <p:nvSpPr>
          <p:cNvPr id="9234" name="CuadroTexto 9233">
            <a:extLst>
              <a:ext uri="{FF2B5EF4-FFF2-40B4-BE49-F238E27FC236}">
                <a16:creationId xmlns:a16="http://schemas.microsoft.com/office/drawing/2014/main" id="{BB50A0D1-D743-92FA-8B09-5920B4E84683}"/>
              </a:ext>
            </a:extLst>
          </p:cNvPr>
          <p:cNvSpPr txBox="1"/>
          <p:nvPr/>
        </p:nvSpPr>
        <p:spPr>
          <a:xfrm>
            <a:off x="6529324" y="1055881"/>
            <a:ext cx="297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 err="1"/>
              <a:t>Paper</a:t>
            </a:r>
            <a:r>
              <a:rPr lang="es-419" sz="1200" dirty="0"/>
              <a:t> </a:t>
            </a:r>
            <a:r>
              <a:rPr lang="es-419" sz="1200" dirty="0" err="1"/>
              <a:t>with</a:t>
            </a:r>
            <a:r>
              <a:rPr lang="es-419" sz="1200" dirty="0"/>
              <a:t> final </a:t>
            </a:r>
            <a:r>
              <a:rPr lang="es-419" sz="1200" dirty="0" err="1"/>
              <a:t>results</a:t>
            </a:r>
            <a:endParaRPr lang="es-419" sz="1200" dirty="0"/>
          </a:p>
          <a:p>
            <a:r>
              <a:rPr lang="es-419" sz="1200" dirty="0" err="1"/>
              <a:t>Created</a:t>
            </a:r>
            <a:r>
              <a:rPr lang="es-419" sz="1200" dirty="0"/>
              <a:t> </a:t>
            </a:r>
            <a:r>
              <a:rPr lang="es-419" sz="1200" dirty="0" err="1"/>
              <a:t>screens</a:t>
            </a:r>
            <a:r>
              <a:rPr lang="es-419" sz="1200" dirty="0"/>
              <a:t> </a:t>
            </a:r>
            <a:r>
              <a:rPr lang="es-419" sz="1200" dirty="0" err="1"/>
              <a:t>on</a:t>
            </a:r>
            <a:r>
              <a:rPr lang="es-419" sz="1200" dirty="0"/>
              <a:t> </a:t>
            </a:r>
            <a:r>
              <a:rPr lang="es-419" sz="1200" dirty="0" err="1"/>
              <a:t>PvUserInterface</a:t>
            </a:r>
            <a:endParaRPr lang="es-419" sz="1200" dirty="0"/>
          </a:p>
          <a:p>
            <a:pPr marL="171450" indent="-171450">
              <a:buFontTx/>
              <a:buChar char="-"/>
            </a:pPr>
            <a:r>
              <a:rPr lang="es-419" sz="1200" dirty="0" err="1"/>
              <a:t>Landing</a:t>
            </a:r>
            <a:r>
              <a:rPr lang="es-419" sz="1200" dirty="0"/>
              <a:t> page</a:t>
            </a:r>
          </a:p>
          <a:p>
            <a:pPr marL="171450" indent="-171450">
              <a:buFontTx/>
              <a:buChar char="-"/>
            </a:pPr>
            <a:r>
              <a:rPr lang="es-419" sz="1200" dirty="0" err="1"/>
              <a:t>Create</a:t>
            </a:r>
            <a:r>
              <a:rPr lang="es-419" sz="1200" dirty="0"/>
              <a:t> new </a:t>
            </a:r>
            <a:r>
              <a:rPr lang="es-419" sz="1200" dirty="0" err="1"/>
              <a:t>project</a:t>
            </a:r>
            <a:endParaRPr lang="es-419" sz="1200" dirty="0"/>
          </a:p>
        </p:txBody>
      </p:sp>
      <p:sp>
        <p:nvSpPr>
          <p:cNvPr id="9235" name="CuadroTexto 9234">
            <a:extLst>
              <a:ext uri="{FF2B5EF4-FFF2-40B4-BE49-F238E27FC236}">
                <a16:creationId xmlns:a16="http://schemas.microsoft.com/office/drawing/2014/main" id="{110CD33C-409B-0E87-63BF-6FDEC7687AF6}"/>
              </a:ext>
            </a:extLst>
          </p:cNvPr>
          <p:cNvSpPr txBox="1"/>
          <p:nvPr/>
        </p:nvSpPr>
        <p:spPr>
          <a:xfrm>
            <a:off x="4892131" y="5121945"/>
            <a:ext cx="2978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200" dirty="0" err="1"/>
              <a:t>PvDataProcessor</a:t>
            </a:r>
            <a:endParaRPr lang="es-419" sz="1200" dirty="0"/>
          </a:p>
          <a:p>
            <a:pPr marL="171450" indent="-171450">
              <a:buFontTx/>
              <a:buChar char="-"/>
            </a:pPr>
            <a:r>
              <a:rPr lang="es-419" sz="1200" dirty="0" err="1"/>
              <a:t>Forecast</a:t>
            </a:r>
            <a:r>
              <a:rPr lang="es-419" sz="1200" dirty="0"/>
              <a:t> new Project</a:t>
            </a:r>
          </a:p>
          <a:p>
            <a:pPr marL="171450" indent="-171450">
              <a:buFontTx/>
              <a:buChar char="-"/>
            </a:pPr>
            <a:r>
              <a:rPr lang="es-419" sz="1200" dirty="0"/>
              <a:t>Training </a:t>
            </a:r>
            <a:r>
              <a:rPr lang="es-419" sz="1200" dirty="0" err="1"/>
              <a:t>the</a:t>
            </a:r>
            <a:r>
              <a:rPr lang="es-419" sz="1200" dirty="0"/>
              <a:t> </a:t>
            </a:r>
            <a:r>
              <a:rPr lang="es-419" sz="1200" dirty="0" err="1"/>
              <a:t>model</a:t>
            </a:r>
            <a:endParaRPr lang="es-419" sz="1200" dirty="0"/>
          </a:p>
        </p:txBody>
      </p:sp>
      <p:sp>
        <p:nvSpPr>
          <p:cNvPr id="9236" name="CuadroTexto 9235">
            <a:extLst>
              <a:ext uri="{FF2B5EF4-FFF2-40B4-BE49-F238E27FC236}">
                <a16:creationId xmlns:a16="http://schemas.microsoft.com/office/drawing/2014/main" id="{3D157AB6-2032-8B94-4C5D-048BCBAE7F50}"/>
              </a:ext>
            </a:extLst>
          </p:cNvPr>
          <p:cNvSpPr txBox="1"/>
          <p:nvPr/>
        </p:nvSpPr>
        <p:spPr>
          <a:xfrm>
            <a:off x="8018788" y="5199640"/>
            <a:ext cx="29789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s-419" sz="1200" dirty="0" err="1"/>
              <a:t>Created</a:t>
            </a:r>
            <a:r>
              <a:rPr lang="es-419" sz="1200" dirty="0"/>
              <a:t> </a:t>
            </a:r>
            <a:r>
              <a:rPr lang="es-419" sz="1200" dirty="0" err="1"/>
              <a:t>deployment</a:t>
            </a:r>
            <a:r>
              <a:rPr lang="es-419" sz="1200" dirty="0"/>
              <a:t> </a:t>
            </a:r>
            <a:r>
              <a:rPr lang="es-419" sz="1200" dirty="0" err="1"/>
              <a:t>on</a:t>
            </a:r>
            <a:r>
              <a:rPr lang="es-419" sz="1200" dirty="0"/>
              <a:t> Cloud</a:t>
            </a:r>
          </a:p>
          <a:p>
            <a:pPr marL="171450" indent="-171450">
              <a:buFontTx/>
              <a:buChar char="-"/>
            </a:pPr>
            <a:r>
              <a:rPr lang="es-419" sz="1200" dirty="0"/>
              <a:t>Book </a:t>
            </a:r>
            <a:r>
              <a:rPr lang="es-419" sz="1200" dirty="0" err="1"/>
              <a:t>Chapters</a:t>
            </a:r>
            <a:endParaRPr lang="es-419" sz="1200" dirty="0"/>
          </a:p>
          <a:p>
            <a:pPr marL="628650" lvl="1" indent="-171450">
              <a:buFontTx/>
              <a:buChar char="-"/>
            </a:pPr>
            <a:r>
              <a:rPr lang="es-419" sz="1200" dirty="0"/>
              <a:t>Software </a:t>
            </a:r>
            <a:r>
              <a:rPr lang="es-419" sz="1200" dirty="0" err="1"/>
              <a:t>development</a:t>
            </a:r>
            <a:endParaRPr lang="es-419" sz="1200" dirty="0"/>
          </a:p>
          <a:p>
            <a:pPr marL="628650" lvl="1" indent="-171450">
              <a:buFontTx/>
              <a:buChar char="-"/>
            </a:pPr>
            <a:r>
              <a:rPr lang="es-419" sz="1200" dirty="0"/>
              <a:t>Conceptual </a:t>
            </a:r>
            <a:r>
              <a:rPr lang="es-419" sz="1200" dirty="0" err="1"/>
              <a:t>framework</a:t>
            </a:r>
            <a:endParaRPr lang="es-419" sz="1200" dirty="0"/>
          </a:p>
          <a:p>
            <a:endParaRPr lang="es-419" sz="1200" dirty="0"/>
          </a:p>
        </p:txBody>
      </p:sp>
    </p:spTree>
    <p:extLst>
      <p:ext uri="{BB962C8B-B14F-4D97-AF65-F5344CB8AC3E}">
        <p14:creationId xmlns:p14="http://schemas.microsoft.com/office/powerpoint/2010/main" val="105292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3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6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9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2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500"/>
                            </p:stCondLst>
                            <p:childTnLst>
                              <p:par>
                                <p:cTn id="8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8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1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4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700"/>
                            </p:stCondLst>
                            <p:childTnLst>
                              <p:par>
                                <p:cTn id="1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3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6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9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200"/>
                            </p:stCondLst>
                            <p:childTnLst>
                              <p:par>
                                <p:cTn id="1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5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7800"/>
                            </p:stCondLst>
                            <p:childTnLst>
                              <p:par>
                                <p:cTn id="1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8100"/>
                            </p:stCondLst>
                            <p:childTnLst>
                              <p:par>
                                <p:cTn id="1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400"/>
                            </p:stCondLst>
                            <p:childTnLst>
                              <p:par>
                                <p:cTn id="1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87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9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9300"/>
                            </p:stCondLst>
                            <p:childTnLst>
                              <p:par>
                                <p:cTn id="1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9600"/>
                            </p:stCondLst>
                            <p:childTnLst>
                              <p:par>
                                <p:cTn id="1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300"/>
                                        <p:tgtEl>
                                          <p:spTgt spid="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9900"/>
                            </p:stCondLst>
                            <p:childTnLst>
                              <p:par>
                                <p:cTn id="1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3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3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200"/>
                            </p:stCondLst>
                            <p:childTnLst>
                              <p:par>
                                <p:cTn id="1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3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0800"/>
                            </p:stCondLst>
                            <p:childTnLst>
                              <p:par>
                                <p:cTn id="1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3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21" grpId="0" animBg="1"/>
      <p:bldP spid="22" grpId="0" animBg="1"/>
      <p:bldP spid="23" grpId="0" animBg="1"/>
      <p:bldP spid="25" grpId="0" animBg="1"/>
      <p:bldP spid="29" grpId="0" animBg="1"/>
      <p:bldP spid="30" grpId="0" animBg="1"/>
      <p:bldP spid="31" grpId="0" animBg="1"/>
      <p:bldP spid="32" grpId="0" animBg="1"/>
      <p:bldP spid="36" grpId="0" animBg="1"/>
      <p:bldP spid="44" grpId="0" animBg="1"/>
      <p:bldP spid="45" grpId="0" animBg="1"/>
      <p:bldP spid="46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4" grpId="0" animBg="1"/>
      <p:bldP spid="28" grpId="0" animBg="1"/>
      <p:bldP spid="9217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77</Words>
  <Application>Microsoft Office PowerPoint</Application>
  <PresentationFormat>Panorámica</PresentationFormat>
  <Paragraphs>27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Carrillo Mejía</dc:creator>
  <cp:lastModifiedBy>Luis Carrillo Mejía</cp:lastModifiedBy>
  <cp:revision>2</cp:revision>
  <dcterms:created xsi:type="dcterms:W3CDTF">2024-09-19T10:12:05Z</dcterms:created>
  <dcterms:modified xsi:type="dcterms:W3CDTF">2024-09-19T11:34:15Z</dcterms:modified>
</cp:coreProperties>
</file>